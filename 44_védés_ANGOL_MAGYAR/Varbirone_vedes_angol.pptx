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3" r:id="rId4"/>
    <p:sldId id="265" r:id="rId5"/>
    <p:sldId id="258" r:id="rId6"/>
    <p:sldId id="259" r:id="rId7"/>
    <p:sldId id="266" r:id="rId8"/>
    <p:sldId id="267" r:id="rId9"/>
    <p:sldId id="268" r:id="rId10"/>
    <p:sldId id="270" r:id="rId11"/>
    <p:sldId id="271" r:id="rId12"/>
    <p:sldId id="269" r:id="rId13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78480" autoAdjust="0"/>
  </p:normalViewPr>
  <p:slideViewPr>
    <p:cSldViewPr>
      <p:cViewPr varScale="1">
        <p:scale>
          <a:sx n="90" d="100"/>
          <a:sy n="90" d="100"/>
        </p:scale>
        <p:origin x="211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88DAC-85BD-49A1-A8E1-5334B317AB15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D0AF4-C931-40D7-8331-B542B4166F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7864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D0AF4-C931-40D7-8331-B542B4166F01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352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u-HU"/>
              <a:t>Alcím mintájának szerkesztése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hu-HU"/>
              <a:t>Kép beszúrásához kattintson az ikonra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u-HU"/>
              <a:t>Mintaszöveg szerkesztése</a:t>
            </a:r>
          </a:p>
          <a:p>
            <a:pPr lvl="1" eaLnBrk="1" latinLnBrk="0" hangingPunct="1"/>
            <a:r>
              <a:rPr kumimoji="0" lang="hu-HU"/>
              <a:t>Második szint</a:t>
            </a:r>
          </a:p>
          <a:p>
            <a:pPr lvl="2" eaLnBrk="1" latinLnBrk="0" hangingPunct="1"/>
            <a:r>
              <a:rPr kumimoji="0" lang="hu-HU"/>
              <a:t>Harmadik szint</a:t>
            </a:r>
          </a:p>
          <a:p>
            <a:pPr lvl="3" eaLnBrk="1" latinLnBrk="0" hangingPunct="1"/>
            <a:r>
              <a:rPr kumimoji="0" lang="hu-HU"/>
              <a:t>Negyedik szint</a:t>
            </a:r>
          </a:p>
          <a:p>
            <a:pPr lvl="4" eaLnBrk="1" latinLnBrk="0" hangingPunct="1"/>
            <a:r>
              <a:rPr kumimoji="0" lang="hu-HU"/>
              <a:t>Ötödik szint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hajia/mobilbackend" TargetMode="External"/><Relationship Id="rId2" Type="http://schemas.openxmlformats.org/officeDocument/2006/relationships/hyperlink" Target="https://github.com/nahajia/mobilfronten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nahajia/webfronten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Films</a:t>
            </a:r>
            <a:r>
              <a:rPr lang="hu-HU" dirty="0"/>
              <a:t>  &amp; Series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Made </a:t>
            </a:r>
            <a:r>
              <a:rPr lang="hu-HU"/>
              <a:t>by: </a:t>
            </a:r>
            <a:r>
              <a:rPr lang="hu-HU" dirty="0" err="1"/>
              <a:t>Han</a:t>
            </a:r>
            <a:r>
              <a:rPr lang="hu-HU" dirty="0"/>
              <a:t> </a:t>
            </a:r>
            <a:r>
              <a:rPr lang="hu-HU" dirty="0" err="1"/>
              <a:t>Solo</a:t>
            </a:r>
            <a:r>
              <a:rPr lang="hu-HU" dirty="0"/>
              <a:t> and </a:t>
            </a:r>
            <a:r>
              <a:rPr lang="hu-HU" dirty="0" err="1"/>
              <a:t>Luke</a:t>
            </a:r>
            <a:r>
              <a:rPr lang="hu-HU" dirty="0"/>
              <a:t> </a:t>
            </a:r>
            <a:r>
              <a:rPr lang="hu-HU" dirty="0" err="1"/>
              <a:t>Skywalker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4581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Topic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11560" y="2060848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hu-HU" sz="3200" dirty="0" err="1"/>
              <a:t>Films</a:t>
            </a:r>
            <a:r>
              <a:rPr lang="hu-HU" sz="3200" dirty="0"/>
              <a:t> and series</a:t>
            </a:r>
          </a:p>
          <a:p>
            <a:r>
              <a:rPr lang="hu-HU" sz="3200" dirty="0" err="1"/>
              <a:t>My</a:t>
            </a:r>
            <a:r>
              <a:rPr lang="hu-HU" sz="3200" dirty="0"/>
              <a:t> </a:t>
            </a:r>
            <a:r>
              <a:rPr lang="hu-HU" sz="3200" dirty="0" err="1"/>
              <a:t>task</a:t>
            </a:r>
            <a:r>
              <a:rPr lang="hu-HU" sz="3200" dirty="0"/>
              <a:t>: </a:t>
            </a:r>
            <a:r>
              <a:rPr lang="hu-HU" sz="3200" dirty="0" err="1"/>
              <a:t>films</a:t>
            </a:r>
            <a:endParaRPr lang="hu-HU" sz="3200" dirty="0"/>
          </a:p>
          <a:p>
            <a:pPr marL="0" indent="0">
              <a:buNone/>
            </a:pPr>
            <a:endParaRPr lang="hu-HU" sz="2400" dirty="0"/>
          </a:p>
          <a:p>
            <a:r>
              <a:rPr lang="hu-HU" sz="2400" dirty="0"/>
              <a:t>Mobile </a:t>
            </a:r>
            <a:r>
              <a:rPr lang="hu-HU" sz="2400" dirty="0" err="1"/>
              <a:t>Application</a:t>
            </a:r>
            <a:endParaRPr lang="hu-HU" sz="2400" dirty="0"/>
          </a:p>
          <a:p>
            <a:r>
              <a:rPr lang="hu-HU" sz="2400" dirty="0"/>
              <a:t>Web </a:t>
            </a:r>
            <a:r>
              <a:rPr lang="hu-HU" sz="2400" dirty="0" err="1"/>
              <a:t>page</a:t>
            </a:r>
            <a:r>
              <a:rPr lang="hu-HU" sz="2400" dirty="0"/>
              <a:t> (</a:t>
            </a:r>
            <a:r>
              <a:rPr lang="hu-HU" sz="2400" dirty="0" err="1"/>
              <a:t>responsive</a:t>
            </a:r>
            <a:r>
              <a:rPr lang="hu-HU" sz="2400" dirty="0"/>
              <a:t>)</a:t>
            </a:r>
          </a:p>
          <a:p>
            <a:pPr marL="0" indent="0">
              <a:buNone/>
            </a:pPr>
            <a:endParaRPr lang="hu-HU" sz="2400" dirty="0"/>
          </a:p>
          <a:p>
            <a:pPr marL="0" indent="0">
              <a:buNone/>
            </a:pPr>
            <a:r>
              <a:rPr lang="hu-HU" sz="2400" dirty="0">
                <a:hlinkClick r:id="rId2"/>
              </a:rPr>
              <a:t>https://github.com/nahajia/mobilfrontend</a:t>
            </a:r>
            <a:endParaRPr lang="hu-HU" sz="2400" dirty="0"/>
          </a:p>
          <a:p>
            <a:pPr marL="0" indent="0">
              <a:buNone/>
            </a:pPr>
            <a:r>
              <a:rPr lang="hu-HU" sz="2400" dirty="0">
                <a:hlinkClick r:id="rId3"/>
              </a:rPr>
              <a:t>https://github.com/nahajia/mobilbackend</a:t>
            </a:r>
            <a:endParaRPr lang="hu-HU" sz="2400" dirty="0"/>
          </a:p>
          <a:p>
            <a:pPr marL="0" indent="0">
              <a:buNone/>
            </a:pPr>
            <a:r>
              <a:rPr lang="hu-HU" sz="2400" dirty="0">
                <a:hlinkClick r:id="rId4"/>
              </a:rPr>
              <a:t>https://github.com/nahajia/webfrontend</a:t>
            </a:r>
          </a:p>
          <a:p>
            <a:pPr marL="0" indent="0">
              <a:buNone/>
            </a:pPr>
            <a:r>
              <a:rPr lang="hu-HU" sz="2400" dirty="0">
                <a:hlinkClick r:id="rId4"/>
              </a:rPr>
              <a:t>https://github.com/nahajia/webbackend</a:t>
            </a:r>
          </a:p>
        </p:txBody>
      </p:sp>
    </p:spTree>
    <p:extLst>
      <p:ext uri="{BB962C8B-B14F-4D97-AF65-F5344CB8AC3E}">
        <p14:creationId xmlns:p14="http://schemas.microsoft.com/office/powerpoint/2010/main" val="598232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err="1"/>
              <a:t>Functions</a:t>
            </a:r>
            <a:r>
              <a:rPr lang="hu-HU" sz="3200" dirty="0"/>
              <a:t> in Mobile App</a:t>
            </a:r>
            <a:br>
              <a:rPr lang="hu-HU" sz="3200" dirty="0"/>
            </a:br>
            <a:r>
              <a:rPr lang="hu-HU" sz="3200" dirty="0"/>
              <a:t> (első ember)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935480"/>
            <a:ext cx="8363272" cy="4389120"/>
          </a:xfrm>
        </p:spPr>
        <p:txBody>
          <a:bodyPr/>
          <a:lstStyle/>
          <a:p>
            <a:r>
              <a:rPr lang="hu-HU" dirty="0" err="1"/>
              <a:t>Browse</a:t>
            </a:r>
            <a:r>
              <a:rPr lang="hu-HU" dirty="0"/>
              <a:t> </a:t>
            </a:r>
            <a:r>
              <a:rPr lang="hu-HU" dirty="0" err="1"/>
              <a:t>films</a:t>
            </a:r>
            <a:endParaRPr lang="hu-HU" dirty="0"/>
          </a:p>
          <a:p>
            <a:r>
              <a:rPr lang="hu-HU" dirty="0" err="1"/>
              <a:t>Search</a:t>
            </a:r>
            <a:r>
              <a:rPr lang="hu-HU" dirty="0"/>
              <a:t> </a:t>
            </a:r>
            <a:r>
              <a:rPr lang="hu-HU" dirty="0" err="1"/>
              <a:t>films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keyword</a:t>
            </a:r>
            <a:endParaRPr lang="hu-HU" dirty="0"/>
          </a:p>
          <a:p>
            <a:r>
              <a:rPr lang="hu-HU" dirty="0" err="1"/>
              <a:t>Search</a:t>
            </a:r>
            <a:r>
              <a:rPr lang="hu-HU" dirty="0"/>
              <a:t> </a:t>
            </a:r>
            <a:r>
              <a:rPr lang="hu-HU" dirty="0" err="1"/>
              <a:t>films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type</a:t>
            </a:r>
            <a:endParaRPr lang="hu-HU" dirty="0"/>
          </a:p>
          <a:p>
            <a:r>
              <a:rPr lang="hu-HU" dirty="0"/>
              <a:t>Comment </a:t>
            </a:r>
            <a:r>
              <a:rPr lang="hu-HU" dirty="0" err="1"/>
              <a:t>films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7" y="1052736"/>
            <a:ext cx="3183127" cy="565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8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22344"/>
          </a:xfrm>
        </p:spPr>
        <p:txBody>
          <a:bodyPr>
            <a:normAutofit/>
          </a:bodyPr>
          <a:lstStyle/>
          <a:p>
            <a:r>
              <a:rPr lang="hu-HU" sz="4000" dirty="0" err="1"/>
              <a:t>Functions</a:t>
            </a:r>
            <a:r>
              <a:rPr lang="hu-HU" sz="3200" dirty="0"/>
              <a:t> </a:t>
            </a:r>
            <a:r>
              <a:rPr lang="hu-HU" sz="3200" dirty="0" err="1"/>
              <a:t>on</a:t>
            </a:r>
            <a:r>
              <a:rPr lang="hu-HU" sz="3200" dirty="0"/>
              <a:t> Web </a:t>
            </a:r>
            <a:r>
              <a:rPr lang="hu-HU" sz="3200" dirty="0" err="1"/>
              <a:t>page</a:t>
            </a:r>
            <a:endParaRPr lang="hu-HU" sz="32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66504" y="5031824"/>
            <a:ext cx="4837543" cy="1637536"/>
          </a:xfrm>
        </p:spPr>
        <p:txBody>
          <a:bodyPr>
            <a:normAutofit/>
          </a:bodyPr>
          <a:lstStyle/>
          <a:p>
            <a:r>
              <a:rPr lang="hu-HU" sz="1800" dirty="0" err="1"/>
              <a:t>Browse</a:t>
            </a:r>
            <a:r>
              <a:rPr lang="hu-HU" sz="1800" dirty="0"/>
              <a:t> </a:t>
            </a:r>
            <a:r>
              <a:rPr lang="hu-HU" sz="1800" dirty="0" err="1"/>
              <a:t>films</a:t>
            </a:r>
            <a:r>
              <a:rPr lang="hu-HU" sz="1800" dirty="0"/>
              <a:t> (Mobile)</a:t>
            </a:r>
          </a:p>
          <a:p>
            <a:r>
              <a:rPr lang="hu-HU" sz="1800" dirty="0" err="1"/>
              <a:t>Search</a:t>
            </a:r>
            <a:r>
              <a:rPr lang="hu-HU" sz="1800" dirty="0"/>
              <a:t> </a:t>
            </a:r>
            <a:r>
              <a:rPr lang="hu-HU" sz="1800" dirty="0" err="1"/>
              <a:t>films</a:t>
            </a:r>
            <a:r>
              <a:rPr lang="hu-HU" sz="1800" dirty="0"/>
              <a:t> </a:t>
            </a:r>
            <a:r>
              <a:rPr lang="hu-HU" sz="1800" dirty="0" err="1"/>
              <a:t>by</a:t>
            </a:r>
            <a:r>
              <a:rPr lang="hu-HU" sz="1800" dirty="0"/>
              <a:t> </a:t>
            </a:r>
            <a:r>
              <a:rPr lang="hu-HU" sz="1800" dirty="0" err="1"/>
              <a:t>keyword</a:t>
            </a:r>
            <a:r>
              <a:rPr lang="hu-HU" sz="1800" dirty="0"/>
              <a:t> (Mobile)</a:t>
            </a:r>
          </a:p>
          <a:p>
            <a:r>
              <a:rPr lang="hu-HU" sz="1800" dirty="0" err="1"/>
              <a:t>Search</a:t>
            </a:r>
            <a:r>
              <a:rPr lang="hu-HU" sz="1800" dirty="0"/>
              <a:t> </a:t>
            </a:r>
            <a:r>
              <a:rPr lang="hu-HU" sz="1800" dirty="0" err="1"/>
              <a:t>films</a:t>
            </a:r>
            <a:r>
              <a:rPr lang="hu-HU" sz="1800" dirty="0"/>
              <a:t> </a:t>
            </a:r>
            <a:r>
              <a:rPr lang="hu-HU" sz="1800" dirty="0" err="1"/>
              <a:t>by</a:t>
            </a:r>
            <a:r>
              <a:rPr lang="hu-HU" sz="1800" dirty="0"/>
              <a:t> </a:t>
            </a:r>
            <a:r>
              <a:rPr lang="hu-HU" sz="1800" dirty="0" err="1"/>
              <a:t>type</a:t>
            </a:r>
            <a:r>
              <a:rPr lang="hu-HU" sz="1800" dirty="0"/>
              <a:t> (Mobile)</a:t>
            </a:r>
          </a:p>
          <a:p>
            <a:r>
              <a:rPr lang="hu-HU" sz="1800" dirty="0"/>
              <a:t>Comment </a:t>
            </a:r>
            <a:r>
              <a:rPr lang="hu-HU" sz="1800" dirty="0" err="1"/>
              <a:t>films</a:t>
            </a:r>
            <a:r>
              <a:rPr lang="hu-HU" sz="1800" dirty="0"/>
              <a:t> (Mobile)</a:t>
            </a:r>
          </a:p>
          <a:p>
            <a:endParaRPr lang="hu-HU" sz="1800" dirty="0"/>
          </a:p>
          <a:p>
            <a:endParaRPr lang="hu-HU" sz="2400" dirty="0"/>
          </a:p>
          <a:p>
            <a:pPr marL="0" indent="0">
              <a:buNone/>
            </a:pPr>
            <a:endParaRPr lang="hu-HU" sz="2400" dirty="0"/>
          </a:p>
          <a:p>
            <a:endParaRPr lang="hu-HU" dirty="0"/>
          </a:p>
        </p:txBody>
      </p:sp>
      <p:sp>
        <p:nvSpPr>
          <p:cNvPr id="8" name="Tartalom helye 2"/>
          <p:cNvSpPr txBox="1">
            <a:spLocks/>
          </p:cNvSpPr>
          <p:nvPr/>
        </p:nvSpPr>
        <p:spPr>
          <a:xfrm>
            <a:off x="4572000" y="5031824"/>
            <a:ext cx="4153544" cy="2448272"/>
          </a:xfrm>
          <a:prstGeom prst="rect">
            <a:avLst/>
          </a:prstGeom>
        </p:spPr>
        <p:txBody>
          <a:bodyPr vert="horz">
            <a:normAutofit fontScale="2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9600" dirty="0" err="1"/>
              <a:t>User</a:t>
            </a:r>
            <a:r>
              <a:rPr lang="hu-HU" sz="9600" dirty="0"/>
              <a:t> login and </a:t>
            </a:r>
            <a:r>
              <a:rPr lang="hu-HU" sz="9600" dirty="0" err="1"/>
              <a:t>registration</a:t>
            </a:r>
            <a:endParaRPr lang="hu-HU" sz="9600" dirty="0"/>
          </a:p>
          <a:p>
            <a:r>
              <a:rPr lang="hu-HU" sz="9600" dirty="0" err="1"/>
              <a:t>Admin</a:t>
            </a:r>
            <a:r>
              <a:rPr lang="hu-HU" sz="9600" dirty="0"/>
              <a:t> </a:t>
            </a:r>
            <a:r>
              <a:rPr lang="hu-HU" sz="9600" dirty="0" err="1"/>
              <a:t>functions</a:t>
            </a:r>
            <a:r>
              <a:rPr lang="hu-HU" sz="9600" dirty="0"/>
              <a:t>:</a:t>
            </a:r>
          </a:p>
          <a:p>
            <a:pPr lvl="1"/>
            <a:r>
              <a:rPr lang="hu-HU" sz="9600" dirty="0" err="1"/>
              <a:t>Delete</a:t>
            </a:r>
            <a:r>
              <a:rPr lang="hu-HU" sz="9600" dirty="0"/>
              <a:t> </a:t>
            </a:r>
            <a:r>
              <a:rPr lang="hu-HU" sz="9600" dirty="0" err="1"/>
              <a:t>films</a:t>
            </a:r>
            <a:endParaRPr lang="hu-HU" sz="9600" dirty="0"/>
          </a:p>
          <a:p>
            <a:pPr lvl="1"/>
            <a:r>
              <a:rPr lang="hu-HU" sz="9600" dirty="0" err="1"/>
              <a:t>Insert</a:t>
            </a:r>
            <a:r>
              <a:rPr lang="hu-HU" sz="9600" dirty="0"/>
              <a:t> </a:t>
            </a:r>
            <a:r>
              <a:rPr lang="hu-HU" sz="9600" dirty="0" err="1"/>
              <a:t>films</a:t>
            </a:r>
            <a:endParaRPr lang="hu-HU" sz="9600" dirty="0"/>
          </a:p>
          <a:p>
            <a:pPr lvl="1"/>
            <a:r>
              <a:rPr lang="hu-HU" sz="9600" dirty="0" err="1"/>
              <a:t>Statistics</a:t>
            </a:r>
            <a:r>
              <a:rPr lang="hu-HU" sz="9600" dirty="0"/>
              <a:t> of </a:t>
            </a:r>
            <a:r>
              <a:rPr lang="hu-HU" sz="9600" dirty="0" err="1"/>
              <a:t>user</a:t>
            </a:r>
            <a:r>
              <a:rPr lang="hu-HU" sz="9600" dirty="0"/>
              <a:t> </a:t>
            </a:r>
            <a:r>
              <a:rPr lang="hu-HU" sz="9600" dirty="0" err="1"/>
              <a:t>clicks</a:t>
            </a:r>
            <a:endParaRPr lang="hu-HU" sz="9600" dirty="0"/>
          </a:p>
          <a:p>
            <a:endParaRPr lang="hu-HU" sz="4000" dirty="0"/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43032"/>
            <a:ext cx="8572268" cy="3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16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Database</a:t>
            </a:r>
            <a:endParaRPr lang="hu-HU" dirty="0"/>
          </a:p>
        </p:txBody>
      </p:sp>
      <p:pic>
        <p:nvPicPr>
          <p:cNvPr id="4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51" y="1847088"/>
            <a:ext cx="8229599" cy="4534240"/>
          </a:xfrm>
          <a:prstGeom prst="rect">
            <a:avLst/>
          </a:prstGeom>
        </p:spPr>
      </p:pic>
      <p:sp>
        <p:nvSpPr>
          <p:cNvPr id="5" name="Téglalap 4"/>
          <p:cNvSpPr/>
          <p:nvPr/>
        </p:nvSpPr>
        <p:spPr>
          <a:xfrm>
            <a:off x="539552" y="1916832"/>
            <a:ext cx="4104456" cy="4176464"/>
          </a:xfrm>
          <a:prstGeom prst="rect">
            <a:avLst/>
          </a:prstGeom>
          <a:noFill/>
          <a:ln w="666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070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/>
          </a:bodyPr>
          <a:lstStyle/>
          <a:p>
            <a:r>
              <a:rPr lang="hu-HU" sz="4000" dirty="0"/>
              <a:t>Mobile- </a:t>
            </a:r>
            <a:r>
              <a:rPr lang="hu-HU" sz="4000" dirty="0" err="1"/>
              <a:t>Browse</a:t>
            </a:r>
            <a:r>
              <a:rPr lang="hu-HU" sz="4000" dirty="0"/>
              <a:t> </a:t>
            </a:r>
            <a:r>
              <a:rPr lang="hu-HU" sz="4000" dirty="0" err="1"/>
              <a:t>films</a:t>
            </a:r>
            <a:endParaRPr lang="hu-HU" sz="4000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5" y="1556793"/>
            <a:ext cx="8478449" cy="47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00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/>
          </a:bodyPr>
          <a:lstStyle/>
          <a:p>
            <a:r>
              <a:rPr lang="hu-HU" sz="4000" dirty="0"/>
              <a:t>Mobile- Comment </a:t>
            </a:r>
            <a:r>
              <a:rPr lang="hu-HU" sz="4000" dirty="0" err="1"/>
              <a:t>films</a:t>
            </a:r>
            <a:endParaRPr lang="hu-HU" sz="4000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556792"/>
            <a:ext cx="6633525" cy="497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75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55576" y="764704"/>
            <a:ext cx="8229600" cy="1046952"/>
          </a:xfrm>
        </p:spPr>
        <p:txBody>
          <a:bodyPr>
            <a:normAutofit fontScale="90000"/>
          </a:bodyPr>
          <a:lstStyle/>
          <a:p>
            <a:pPr algn="ctr"/>
            <a:r>
              <a:rPr lang="hu-HU" sz="4000" dirty="0"/>
              <a:t>Web </a:t>
            </a:r>
            <a:r>
              <a:rPr lang="hu-HU" sz="4000" dirty="0" err="1"/>
              <a:t>page</a:t>
            </a:r>
            <a:r>
              <a:rPr lang="hu-HU" sz="4000" dirty="0"/>
              <a:t> – </a:t>
            </a:r>
            <a:r>
              <a:rPr lang="hu-HU" sz="4000" dirty="0" err="1"/>
              <a:t>Admin</a:t>
            </a:r>
            <a:r>
              <a:rPr lang="hu-HU" sz="4000" dirty="0"/>
              <a:t> </a:t>
            </a:r>
            <a:r>
              <a:rPr lang="hu-HU" sz="4000" dirty="0" err="1"/>
              <a:t>functions</a:t>
            </a:r>
            <a:br>
              <a:rPr lang="hu-HU" sz="4000" dirty="0"/>
            </a:br>
            <a:r>
              <a:rPr lang="hu-HU" sz="4000" dirty="0" err="1"/>
              <a:t>Delete</a:t>
            </a:r>
            <a:r>
              <a:rPr lang="hu-HU" sz="4000" dirty="0"/>
              <a:t> </a:t>
            </a:r>
            <a:r>
              <a:rPr lang="hu-HU" sz="4000" dirty="0" err="1"/>
              <a:t>films</a:t>
            </a:r>
            <a:endParaRPr lang="hu-HU" sz="4000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00" y="1844824"/>
            <a:ext cx="8391799" cy="418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51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1"/>
          <p:cNvSpPr txBox="1">
            <a:spLocks/>
          </p:cNvSpPr>
          <p:nvPr/>
        </p:nvSpPr>
        <p:spPr>
          <a:xfrm>
            <a:off x="755576" y="764704"/>
            <a:ext cx="8229600" cy="1046952"/>
          </a:xfrm>
          <a:prstGeom prst="rect">
            <a:avLst/>
          </a:prstGeom>
        </p:spPr>
        <p:txBody>
          <a:bodyPr vert="horz" lIns="0" rIns="0" bIns="0" anchor="b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/>
              <a:t>Web </a:t>
            </a:r>
            <a:r>
              <a:rPr lang="hu-HU" sz="4000" dirty="0" err="1"/>
              <a:t>page</a:t>
            </a:r>
            <a:r>
              <a:rPr lang="hu-HU" sz="4000" dirty="0"/>
              <a:t> – </a:t>
            </a:r>
            <a:r>
              <a:rPr lang="hu-HU" sz="4000" dirty="0" err="1"/>
              <a:t>Admin</a:t>
            </a:r>
            <a:r>
              <a:rPr lang="hu-HU" sz="4000" dirty="0"/>
              <a:t> </a:t>
            </a:r>
            <a:r>
              <a:rPr lang="hu-HU" sz="4000" dirty="0" err="1"/>
              <a:t>functions</a:t>
            </a:r>
            <a:br>
              <a:rPr lang="hu-HU" sz="4000" dirty="0"/>
            </a:br>
            <a:r>
              <a:rPr lang="hu-HU" sz="4000" dirty="0" err="1"/>
              <a:t>Insert</a:t>
            </a:r>
            <a:r>
              <a:rPr lang="hu-HU" sz="4000" dirty="0"/>
              <a:t> </a:t>
            </a:r>
            <a:r>
              <a:rPr lang="hu-HU" sz="4000" dirty="0" err="1"/>
              <a:t>films</a:t>
            </a:r>
            <a:endParaRPr lang="hu-HU" sz="4000" dirty="0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348880"/>
            <a:ext cx="8316416" cy="38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22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3DFDAA-DD06-475F-AAF0-162557C4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(második ember </a:t>
            </a:r>
            <a:r>
              <a:rPr lang="hu-HU" dirty="0" err="1"/>
              <a:t>adatb</a:t>
            </a:r>
            <a:r>
              <a:rPr lang="hu-HU" dirty="0"/>
              <a:t>, ha kell)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973B97B-873C-4616-B9AB-08CA9FC0427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82314"/>
            <a:ext cx="8229600" cy="329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E0A93E-7F70-4459-A9A9-D748C4FB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(második ember funkciók, képernyőképek)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54B947C8-1E77-46C8-9F21-199CB8918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288" y="1893668"/>
            <a:ext cx="5721424" cy="429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21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73523" y="620688"/>
            <a:ext cx="8229600" cy="1143000"/>
          </a:xfrm>
        </p:spPr>
        <p:txBody>
          <a:bodyPr/>
          <a:lstStyle/>
          <a:p>
            <a:r>
              <a:rPr lang="hu-HU"/>
              <a:t>Development </a:t>
            </a:r>
            <a:r>
              <a:rPr lang="hu-HU" dirty="0" err="1"/>
              <a:t>tools</a:t>
            </a:r>
            <a:r>
              <a:rPr lang="hu-HU" dirty="0"/>
              <a:t>: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 err="1"/>
              <a:t>Softwares</a:t>
            </a:r>
            <a:r>
              <a:rPr lang="hu-HU" dirty="0"/>
              <a:t>:</a:t>
            </a:r>
          </a:p>
          <a:p>
            <a:r>
              <a:rPr lang="hu-HU" dirty="0" err="1"/>
              <a:t>Node.js</a:t>
            </a:r>
            <a:endParaRPr lang="hu-HU" dirty="0"/>
          </a:p>
          <a:p>
            <a:r>
              <a:rPr lang="hu-HU" dirty="0" err="1"/>
              <a:t>Phpmyadmin</a:t>
            </a:r>
            <a:endParaRPr lang="hu-HU" dirty="0"/>
          </a:p>
          <a:p>
            <a:r>
              <a:rPr lang="hu-HU" dirty="0"/>
              <a:t>VS </a:t>
            </a:r>
            <a:r>
              <a:rPr lang="hu-HU" dirty="0" err="1"/>
              <a:t>Code</a:t>
            </a:r>
            <a:endParaRPr lang="hu-HU" dirty="0"/>
          </a:p>
          <a:p>
            <a:r>
              <a:rPr lang="hu-HU" dirty="0" err="1"/>
              <a:t>Postman</a:t>
            </a:r>
            <a:endParaRPr lang="hu-HU" dirty="0"/>
          </a:p>
          <a:p>
            <a:pPr marL="0" indent="0">
              <a:buNone/>
            </a:pPr>
            <a:r>
              <a:rPr lang="hu-HU" dirty="0" err="1"/>
              <a:t>Frameworks</a:t>
            </a:r>
            <a:r>
              <a:rPr lang="hu-HU" dirty="0"/>
              <a:t>:</a:t>
            </a:r>
          </a:p>
          <a:p>
            <a:r>
              <a:rPr lang="hu-HU" dirty="0"/>
              <a:t>Express (</a:t>
            </a:r>
            <a:r>
              <a:rPr lang="hu-HU" dirty="0" err="1"/>
              <a:t>Backend</a:t>
            </a:r>
            <a:r>
              <a:rPr lang="hu-HU" dirty="0"/>
              <a:t>)</a:t>
            </a:r>
          </a:p>
          <a:p>
            <a:r>
              <a:rPr lang="hu-HU" dirty="0" err="1"/>
              <a:t>React</a:t>
            </a:r>
            <a:r>
              <a:rPr lang="hu-HU" dirty="0"/>
              <a:t> </a:t>
            </a:r>
            <a:r>
              <a:rPr lang="hu-HU" dirty="0" err="1"/>
              <a:t>Native</a:t>
            </a:r>
            <a:r>
              <a:rPr lang="hu-HU" dirty="0"/>
              <a:t> Expo (Frontend)</a:t>
            </a:r>
          </a:p>
          <a:p>
            <a:r>
              <a:rPr lang="hu-HU"/>
              <a:t>Modules</a:t>
            </a:r>
            <a:r>
              <a:rPr lang="hu-HU" dirty="0"/>
              <a:t> (Frontend): </a:t>
            </a:r>
            <a:r>
              <a:rPr lang="hu-HU" dirty="0" err="1"/>
              <a:t>datetimepicker</a:t>
            </a:r>
            <a:r>
              <a:rPr lang="hu-HU" dirty="0"/>
              <a:t>, ….</a:t>
            </a:r>
          </a:p>
          <a:p>
            <a:pPr marL="0" indent="0">
              <a:buNone/>
            </a:pPr>
            <a:endParaRPr lang="hu-HU" dirty="0"/>
          </a:p>
          <a:p>
            <a:pPr marL="393192" lvl="1" indent="0">
              <a:buNone/>
            </a:pPr>
            <a:endParaRPr lang="hu-HU" dirty="0"/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65048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lás">
  <a:themeElements>
    <a:clrScheme name="Áramlás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Áramlás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Áramlás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324</TotalTime>
  <Words>197</Words>
  <Application>Microsoft Office PowerPoint</Application>
  <PresentationFormat>Diavetítés a képernyőre (4:3 oldalarány)</PresentationFormat>
  <Paragraphs>49</Paragraphs>
  <Slides>12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Calibri</vt:lpstr>
      <vt:lpstr>Constantia</vt:lpstr>
      <vt:lpstr>Wingdings 2</vt:lpstr>
      <vt:lpstr>Áramlás</vt:lpstr>
      <vt:lpstr>Films  &amp; Series</vt:lpstr>
      <vt:lpstr>Topic</vt:lpstr>
      <vt:lpstr>Functions in Mobile App  (első ember)</vt:lpstr>
      <vt:lpstr>Functions on Web page</vt:lpstr>
      <vt:lpstr>Database</vt:lpstr>
      <vt:lpstr>Mobile- Browse films</vt:lpstr>
      <vt:lpstr>Mobile- Comment films</vt:lpstr>
      <vt:lpstr>Web page – Admin functions Delete films</vt:lpstr>
      <vt:lpstr>PowerPoint-bemutató</vt:lpstr>
      <vt:lpstr>(második ember adatb, ha kell)</vt:lpstr>
      <vt:lpstr>(második ember funkciók, képernyőképek)</vt:lpstr>
      <vt:lpstr>Development tools: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Csillagközi internetes kereskedelem</dc:title>
  <dc:creator>Varbirog</dc:creator>
  <cp:lastModifiedBy>user</cp:lastModifiedBy>
  <cp:revision>24</cp:revision>
  <dcterms:created xsi:type="dcterms:W3CDTF">2016-02-15T09:56:44Z</dcterms:created>
  <dcterms:modified xsi:type="dcterms:W3CDTF">2026-03-12T07:45:55Z</dcterms:modified>
</cp:coreProperties>
</file>