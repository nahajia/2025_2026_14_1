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u-HU"/>
              <a:t>Alcím mintájának szerkesztése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u-HU"/>
              <a:t>Kép beszúrásához kattintson az ikonra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/>
              <a:t>Mintaszöveg szerkesztése</a:t>
            </a:r>
          </a:p>
          <a:p>
            <a:pPr lvl="1" eaLnBrk="1" latinLnBrk="0" hangingPunct="1"/>
            <a:r>
              <a:rPr kumimoji="0" lang="hu-HU"/>
              <a:t>Második szint</a:t>
            </a:r>
          </a:p>
          <a:p>
            <a:pPr lvl="2" eaLnBrk="1" latinLnBrk="0" hangingPunct="1"/>
            <a:r>
              <a:rPr kumimoji="0" lang="hu-HU"/>
              <a:t>Harmadik szint</a:t>
            </a:r>
          </a:p>
          <a:p>
            <a:pPr lvl="3" eaLnBrk="1" latinLnBrk="0" hangingPunct="1"/>
            <a:r>
              <a:rPr kumimoji="0" lang="hu-HU"/>
              <a:t>Negyedik szint</a:t>
            </a:r>
          </a:p>
          <a:p>
            <a:pPr lvl="4" eaLnBrk="1" latinLnBrk="0" hangingPunct="1"/>
            <a:r>
              <a:rPr kumimoji="0" lang="hu-HU"/>
              <a:t>Ötödik szint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8AD18EB-34C1-4E87-9231-877E18121FAC}" type="datetimeFigureOut">
              <a:rPr lang="hu-HU" smtClean="0"/>
              <a:t>2026. 03. 12.</a:t>
            </a:fld>
            <a:endParaRPr lang="hu-H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D5796CA-B1DE-4807-9A92-070DB47296D4}" type="slidenum">
              <a:rPr lang="hu-HU" smtClean="0"/>
              <a:t>‹#›</a:t>
            </a:fld>
            <a:endParaRPr lang="hu-H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Csillagközi internetes kereskedelem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Han</a:t>
            </a:r>
            <a:r>
              <a:rPr lang="hu-HU" dirty="0"/>
              <a:t> </a:t>
            </a:r>
            <a:r>
              <a:rPr lang="hu-HU" dirty="0" err="1"/>
              <a:t>Solo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5818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Témaválasztás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Mi a téma, Elérhetősége net-en</a:t>
            </a:r>
          </a:p>
          <a:p>
            <a:r>
              <a:rPr lang="hu-HU" dirty="0"/>
              <a:t>Fő funkciók felsorolva(nem bej., </a:t>
            </a:r>
            <a:r>
              <a:rPr lang="hu-HU" dirty="0" err="1"/>
              <a:t>bejel</a:t>
            </a:r>
            <a:r>
              <a:rPr lang="hu-HU" dirty="0"/>
              <a:t>. </a:t>
            </a:r>
            <a:r>
              <a:rPr lang="hu-HU" dirty="0" err="1"/>
              <a:t>Admin</a:t>
            </a:r>
            <a:r>
              <a:rPr lang="hu-HU" dirty="0"/>
              <a:t> felhasználóké)</a:t>
            </a:r>
          </a:p>
          <a:p>
            <a:r>
              <a:rPr lang="hu-HU" dirty="0"/>
              <a:t>Felsorolás, csak szavak</a:t>
            </a:r>
          </a:p>
          <a:p>
            <a:r>
              <a:rPr lang="hu-HU" dirty="0"/>
              <a:t>2-3 dia</a:t>
            </a:r>
          </a:p>
        </p:txBody>
      </p:sp>
    </p:spTree>
    <p:extLst>
      <p:ext uri="{BB962C8B-B14F-4D97-AF65-F5344CB8AC3E}">
        <p14:creationId xmlns:p14="http://schemas.microsoft.com/office/powerpoint/2010/main" val="59823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Adatmodell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Adatmodell bemutatása, kapcsolati </a:t>
            </a:r>
            <a:r>
              <a:rPr lang="hu-HU" dirty="0" err="1"/>
              <a:t>ábradoksiból</a:t>
            </a:r>
            <a:endParaRPr lang="hu-HU" dirty="0"/>
          </a:p>
          <a:p>
            <a:r>
              <a:rPr lang="hu-HU" dirty="0"/>
              <a:t>nem kell semmi szöveg</a:t>
            </a:r>
          </a:p>
          <a:p>
            <a:r>
              <a:rPr lang="hu-HU" dirty="0"/>
              <a:t>1 dia, olvasható legyen</a:t>
            </a:r>
          </a:p>
        </p:txBody>
      </p:sp>
    </p:spTree>
    <p:extLst>
      <p:ext uri="{BB962C8B-B14F-4D97-AF65-F5344CB8AC3E}">
        <p14:creationId xmlns:p14="http://schemas.microsoft.com/office/powerpoint/2010/main" val="256070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Menürendszer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Menürendszer bemutatása</a:t>
            </a:r>
          </a:p>
          <a:p>
            <a:r>
              <a:rPr lang="hu-HU" dirty="0"/>
              <a:t>Képek a </a:t>
            </a:r>
            <a:r>
              <a:rPr lang="hu-HU" dirty="0" err="1"/>
              <a:t>progiról</a:t>
            </a:r>
            <a:r>
              <a:rPr lang="hu-HU" dirty="0"/>
              <a:t>, funkciókról, Nem bej., </a:t>
            </a:r>
            <a:r>
              <a:rPr lang="hu-HU" dirty="0" err="1"/>
              <a:t>bej</a:t>
            </a:r>
            <a:r>
              <a:rPr lang="hu-HU" dirty="0"/>
              <a:t>. és </a:t>
            </a:r>
            <a:r>
              <a:rPr lang="hu-HU" dirty="0" err="1"/>
              <a:t>admin</a:t>
            </a:r>
            <a:r>
              <a:rPr lang="hu-HU" dirty="0"/>
              <a:t> funkciók</a:t>
            </a:r>
          </a:p>
          <a:p>
            <a:r>
              <a:rPr lang="hu-HU" dirty="0"/>
              <a:t>Tesztesetek bemutatása képekkel, pl. egy űrlap</a:t>
            </a:r>
          </a:p>
          <a:p>
            <a:r>
              <a:rPr lang="hu-HU" dirty="0"/>
              <a:t>4- 5 dia, több is lehet</a:t>
            </a:r>
          </a:p>
          <a:p>
            <a:r>
              <a:rPr lang="hu-HU" dirty="0"/>
              <a:t>FONTOS: cím, nagy kép, szöveg </a:t>
            </a:r>
            <a:r>
              <a:rPr lang="hu-HU" dirty="0" err="1"/>
              <a:t>max</a:t>
            </a:r>
            <a:r>
              <a:rPr lang="hu-HU" dirty="0"/>
              <a:t>. pár szó</a:t>
            </a:r>
          </a:p>
        </p:txBody>
      </p:sp>
    </p:spTree>
    <p:extLst>
      <p:ext uri="{BB962C8B-B14F-4D97-AF65-F5344CB8AC3E}">
        <p14:creationId xmlns:p14="http://schemas.microsoft.com/office/powerpoint/2010/main" val="308470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Program megvalósítása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Programozói megoldások, 1-2 kiemelése, programkód pl. </a:t>
            </a:r>
            <a:r>
              <a:rPr lang="hu-HU" dirty="0" err="1"/>
              <a:t>js</a:t>
            </a:r>
            <a:r>
              <a:rPr lang="hu-HU" dirty="0"/>
              <a:t>, backend végpontok</a:t>
            </a:r>
          </a:p>
          <a:p>
            <a:r>
              <a:rPr lang="hu-HU" dirty="0"/>
              <a:t>Nehézséget, kihívást mi okozott, hogy oldottad meg</a:t>
            </a:r>
          </a:p>
          <a:p>
            <a:r>
              <a:rPr lang="hu-HU" dirty="0"/>
              <a:t>Szövegrészek kiemelése</a:t>
            </a:r>
          </a:p>
          <a:p>
            <a:r>
              <a:rPr lang="hu-HU" dirty="0"/>
              <a:t>1-2 dia</a:t>
            </a:r>
          </a:p>
        </p:txBody>
      </p:sp>
    </p:spTree>
    <p:extLst>
      <p:ext uri="{BB962C8B-B14F-4D97-AF65-F5344CB8AC3E}">
        <p14:creationId xmlns:p14="http://schemas.microsoft.com/office/powerpoint/2010/main" val="363129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855EAE-8612-4696-88A3-33161273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(második ember blokkja kb. </a:t>
            </a:r>
            <a:r>
              <a:rPr lang="hu-HU"/>
              <a:t>5 dia)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73CD17-AADD-4ECE-AAB4-A1204007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6970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363272" cy="1946480"/>
          </a:xfrm>
        </p:spPr>
        <p:txBody>
          <a:bodyPr>
            <a:normAutofit fontScale="90000"/>
          </a:bodyPr>
          <a:lstStyle/>
          <a:p>
            <a:r>
              <a:rPr lang="hu-HU" dirty="0"/>
              <a:t>Program tesztelés-ezt böngészőben mutatod, illetve a mobil appodat odaadod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063112"/>
            <a:ext cx="8229600" cy="438912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Átugrás böngészőbe, ne az összes funkciót mutasd meg, csak ami egyedi, </a:t>
            </a:r>
          </a:p>
          <a:p>
            <a:r>
              <a:rPr lang="hu-HU" dirty="0" err="1"/>
              <a:t>Adminként</a:t>
            </a:r>
            <a:r>
              <a:rPr lang="hu-HU" dirty="0"/>
              <a:t> is lépj be, mutasd a tesztet konkrét adatokkal(készülj fel adatokkal), de gyors legyen</a:t>
            </a:r>
          </a:p>
          <a:p>
            <a:r>
              <a:rPr lang="hu-HU" dirty="0"/>
              <a:t>Folyamatot mutass be, pl. feltöltesz, megnézed, megrendeled</a:t>
            </a:r>
          </a:p>
          <a:p>
            <a:endParaRPr lang="hu-HU" dirty="0"/>
          </a:p>
          <a:p>
            <a:r>
              <a:rPr lang="hu-HU" dirty="0"/>
              <a:t>Prezentáció: 9-10 perc</a:t>
            </a:r>
          </a:p>
          <a:p>
            <a:r>
              <a:rPr lang="hu-HU" dirty="0"/>
              <a:t>Program teszt: 2-3 perc</a:t>
            </a:r>
          </a:p>
          <a:p>
            <a:r>
              <a:rPr lang="hu-HU" dirty="0"/>
              <a:t>Kérdést kapsz: 2-3 perc</a:t>
            </a:r>
          </a:p>
        </p:txBody>
      </p:sp>
    </p:spTree>
    <p:extLst>
      <p:ext uri="{BB962C8B-B14F-4D97-AF65-F5344CB8AC3E}">
        <p14:creationId xmlns:p14="http://schemas.microsoft.com/office/powerpoint/2010/main" val="3687622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lás">
  <a:themeElements>
    <a:clrScheme name="Áramlá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Áramlás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Áramlás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</TotalTime>
  <Words>195</Words>
  <Application>Microsoft Office PowerPoint</Application>
  <PresentationFormat>Diavetítés a képernyőre (4:3 oldalarány)</PresentationFormat>
  <Paragraphs>31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Calibri</vt:lpstr>
      <vt:lpstr>Constantia</vt:lpstr>
      <vt:lpstr>Wingdings 2</vt:lpstr>
      <vt:lpstr>Áramlás</vt:lpstr>
      <vt:lpstr>Csillagközi internetes kereskedelem</vt:lpstr>
      <vt:lpstr>Témaválasztás</vt:lpstr>
      <vt:lpstr>Adatmodell</vt:lpstr>
      <vt:lpstr>Menürendszer</vt:lpstr>
      <vt:lpstr>Program megvalósítása</vt:lpstr>
      <vt:lpstr>(második ember blokkja kb. 5 dia)</vt:lpstr>
      <vt:lpstr>Program tesztelés-ezt böngészőben mutatod, illetve a mobil appodat odaadod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Csillagközi internetes kereskedelem</dc:title>
  <dc:creator>Varbirog</dc:creator>
  <cp:lastModifiedBy>user</cp:lastModifiedBy>
  <cp:revision>7</cp:revision>
  <dcterms:created xsi:type="dcterms:W3CDTF">2016-02-15T09:56:44Z</dcterms:created>
  <dcterms:modified xsi:type="dcterms:W3CDTF">2026-03-12T08:10:39Z</dcterms:modified>
</cp:coreProperties>
</file>